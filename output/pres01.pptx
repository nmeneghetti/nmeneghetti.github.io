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4"/><Relationship Id="rId3" Type="http://schemas.openxmlformats.org/officeDocument/2006/relationships/video" Target="../media/media18.mp4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4"/><Relationship Id="rId3" Type="http://schemas.openxmlformats.org/officeDocument/2006/relationships/video" Target="../media/media19.mp4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4"/><Relationship Id="rId3" Type="http://schemas.openxmlformats.org/officeDocument/2006/relationships/video" Target="../media/media20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34431e04502d6d93a79f7514e21e975a6a88c18e13b2f6243d600de1b8a4cd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b99ea8452769e7a4fab3ddf647546ba8876ded4dd12aedf339a29b79cca005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b88f942b7c4fa38f7d13e0805a342678491f7878a621316591bd2d96228d2c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feab85585a0bc6b9c0988189aeb0029fa0089c0f8c6657bfd3fb62f08ea457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301f9e21f0be8d1229aceca6a5b69eaad03526d6c309bb4edaff1c9110bad4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f741ea0c42b0c29af7c067abc4609bdf42f54628d10ba6369196516210c005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f012e7ca8471d0e3e616f2414c09e8a054946fdf551ca250c81d70194851f4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b286b3acf21fdf016dfe9316e5ec6db9b2101f6668d594f18b6777b2caa239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7311a76bef8592528a18aebdac5bffe4701ef440e7fa7fe546e2dd1f0d1b33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927d7ff7f4e340e0027692b7a97e9ab89e9fdf574038e58872a4691a517885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016b4ac959f36f41577af8433adc25e2468453ad92c01118c6b1c7961fb74f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b9f2e8ff65d5e3ea106d276b021a5ce95f10a1c7e9eaf52cad4f4a681601c1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9abc90ddcd14e56c8373253b12b72d3463a923ecf90bf3a29304e8f5680a11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90a7978518d10290c62edf834b257e872b83c51ea0362f73f5265daf62386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10cd9b5888678f02a9aa7ff0c94989b06f84ea061f77a542d125c3aeaf6bdd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3da73836670544b14cd6c16c92dba2dbd4e8fe3d7d6e0cecb281682feb442c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8a73ec025e8479337a3260e7ae0b3180ad661ad064fb7321dd00ba7724759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7c97c1a76db3fe98e271d0c4bea703fd3b4b4b94424a8358d4496ea7322c81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9f5de60ffe015d2b101197c92164bdddbaaf93bec8b49e7dd36acb6d7d84c9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138649f93580e3f77658a6bba07e5b50bdf260cca08ce40b4b622da0eeadfe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